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55323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13859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8067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95370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93608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70359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94956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44601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50958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75175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09126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6ADC-8F05-4416-A8F5-99737A41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63825-DE7F-46BE-8B11-E45A694EB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3D73-C43A-4E56-A162-EDF25779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8E088-7AED-47B0-B1A8-6EFFC814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E0081-789C-4EBC-BF5D-F0439B21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82171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7E971-1D45-486D-9520-C5F07930032B}" type="datetimeFigureOut">
              <a:rPr lang="kn-IN" smtClean="0"/>
              <a:t>27-10-25</a:t>
            </a:fld>
            <a:endParaRPr lang="k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EE809-C383-4F50-9918-43BE86F890D4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473656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A746-5DC2-4806-AFCA-9F7B77A3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Speech to Sign Language Conversion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4B210-7996-455A-A9AC-493E1EE07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overview of technologies, challenges, and innovations that bridge communication between hearing and speech-impaired communities.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67691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C77E-8C78-406F-AFD0-649346D0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76C7A-3079-4A23-8014-ED511C5F8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Speech to sign language conversion is an assistive technology that translates spoken words into corresponding sign language gestures using AI, computer vision, and natural language processing.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58294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D68F-EA69-483E-96C7-A2E21789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Need for Conversion Systems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D53BF-DE3D-4E2B-9CCC-C3F842D4E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Communication barriers exist between hearing individuals and the deaf community.</a:t>
            </a:r>
          </a:p>
          <a:p>
            <a:r>
              <a:rPr lang="en-US"/>
              <a:t>• Manual interpreters are not always available.</a:t>
            </a:r>
          </a:p>
          <a:p>
            <a:r>
              <a:rPr lang="en-US"/>
              <a:t>• Technology offers real-time and scalable solutions for inclusivity.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5839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F30F-BFCB-4708-8B24-8A939937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Sign Language Basics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3419C-54BB-4747-8A0F-968396621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 languages are visual-manual languages using hand gestures, facial expressions, and body posture. Examples include American Sign Language (ASL), British Sign Language (BSL), and Indian Sign Language (ISL).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99264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47B6-567A-4E4C-B3BA-44AF9268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4B1DC-41B3-4036-A8F4-7D222E3CF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Typical system components include:</a:t>
            </a:r>
          </a:p>
          <a:p>
            <a:r>
              <a:rPr lang="en-US"/>
              <a:t>1. Speech Recognition Module</a:t>
            </a:r>
          </a:p>
          <a:p>
            <a:r>
              <a:rPr lang="en-US"/>
              <a:t>2. Natural Language Processing Unit</a:t>
            </a:r>
          </a:p>
          <a:p>
            <a:r>
              <a:rPr lang="en-US"/>
              <a:t>3. Gesture Generation and Animation Engine</a:t>
            </a:r>
          </a:p>
          <a:p>
            <a:r>
              <a:rPr lang="en-US"/>
              <a:t>4. Output Visualization Interface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44599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A3EA-B53D-4374-93F3-3ABED8AF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Speech Recognition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86F07-5710-4759-8769-E8D8FF44B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Uses deep learning models such as CNNs and RNNs to convert spoken input into text. Tools include Google Speech API, CMU Sphinx, and DeepSpeech.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74836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E725-8A83-4D52-89A7-AB96408D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Natural Language Processing (NLP)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1476-7D10-4F0D-9093-415913FA9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NLP interprets grammatical structures and semantics of recognized text to identify meaningful sign language equivalents.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534206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4AF6-DFB1-40C3-B848-90AB0427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Sign Language Generation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96E74-8BDC-4D48-833C-BB46EBFA2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 generation can be achieved using:</a:t>
            </a:r>
          </a:p>
          <a:p>
            <a:r>
              <a:rPr lang="en-US"/>
              <a:t>• Animated avatars performing gestures.</a:t>
            </a:r>
          </a:p>
          <a:p>
            <a:r>
              <a:rPr lang="en-US"/>
              <a:t>• 3D motion capture data.</a:t>
            </a:r>
          </a:p>
          <a:p>
            <a:r>
              <a:rPr lang="en-US"/>
              <a:t>• Pre-recorded sign video databases.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467126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D8BD-939D-47D1-8302-9B148D00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Gesture Representation Models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E3F86-9EC6-4F99-98B7-B70CD16CB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Gestures are represented as skeletal joint coordinates or motion vectors. Machine learning models predict hand configurations and movements.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8227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A69E-BE15-403A-80AE-EBDF49C6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and Machine Learning Role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93D36-F35E-427E-9AC6-F1A55B660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algorithms learn mapping from text or speech to gesture sequences. Neural networks such as LSTMs, Transformers, and GANs are commonly applied.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4825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5861-EFF3-4FB3-A2E0-8E286236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Hardware Components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D65A2-554A-4E31-8160-6617FC1E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Microphone for speech input.</a:t>
            </a:r>
          </a:p>
          <a:p>
            <a:r>
              <a:rPr lang="en-US"/>
              <a:t>• Computer or smartphone for processing.</a:t>
            </a:r>
          </a:p>
          <a:p>
            <a:r>
              <a:rPr lang="en-US"/>
              <a:t>• Display or avatar rendering screen for sign output.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84106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BB1B-89AC-4103-B22B-2B428168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Software Frameworks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E890F-86FF-4ADA-8F38-F698A869A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TensorFlow and PyTorch for model training.</a:t>
            </a:r>
          </a:p>
          <a:p>
            <a:r>
              <a:rPr lang="en-US"/>
              <a:t>• Unity and Blender for 3D animation.</a:t>
            </a:r>
          </a:p>
          <a:p>
            <a:r>
              <a:rPr lang="en-US"/>
              <a:t>• Python and MATLAB for prototype development.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2864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0C31-9E33-44E8-B7EB-30DAC14D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Challenges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A4842-D6A3-4B24-BD3F-994B53B12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Lack of universal sign language standardization.</a:t>
            </a:r>
          </a:p>
          <a:p>
            <a:r>
              <a:rPr lang="en-US"/>
              <a:t>• Complexity in emotion and tone representation.</a:t>
            </a:r>
          </a:p>
          <a:p>
            <a:r>
              <a:rPr lang="en-US"/>
              <a:t>• High computational cost for real-time animation.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90326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C0E2-76A6-4BCE-A830-93088F2A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Recent Advances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03BAA-5964-4F32-B6C3-C3F683CC2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Real-time mobile applications using edge AI.</a:t>
            </a:r>
          </a:p>
          <a:p>
            <a:r>
              <a:rPr lang="en-US"/>
              <a:t>• 3D sign avatars with realistic hand articulation.</a:t>
            </a:r>
          </a:p>
          <a:p>
            <a:r>
              <a:rPr lang="en-US"/>
              <a:t>• Integration of multilingual speech recognition.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508829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3AD3-72AD-4F25-9DD1-F274ADF0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Applications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422CE-9411-4940-A4C1-65F3CA713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Education tools for deaf learners.</a:t>
            </a:r>
          </a:p>
          <a:p>
            <a:r>
              <a:rPr lang="en-US"/>
              <a:t>• TV broadcast and video captioning.</a:t>
            </a:r>
          </a:p>
          <a:p>
            <a:r>
              <a:rPr lang="en-US"/>
              <a:t>• Public service kiosks and healthcare communication.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40618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44D8-0580-4052-8D81-EE64EC12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Case Studies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0C13-9D07-46C7-9952-9D0E982A2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Projects like 'SignAll' and 'KinTrans' demonstrate commercial feasibility using AI-driven sign translation in real-world environments.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820408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4E97-F6BE-493A-B1BD-0FA7BC91D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Ethical Considerations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09C20-554B-4398-9478-A2C84DE4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Respect for linguistic diversity in sign languages.</a:t>
            </a:r>
          </a:p>
          <a:p>
            <a:r>
              <a:rPr lang="en-US"/>
              <a:t>• Data privacy in speech collection.</a:t>
            </a:r>
          </a:p>
          <a:p>
            <a:r>
              <a:rPr lang="en-US"/>
              <a:t>• Avoiding bias in gesture recognition datasets.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010790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ABB1-3B24-418C-A311-0E0AF896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Future Scope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FF287-8FD8-40C8-80E5-535264947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Integration with AR/VR for immersive experiences.</a:t>
            </a:r>
          </a:p>
          <a:p>
            <a:r>
              <a:rPr lang="en-US"/>
              <a:t>• Bi-directional conversion (sign to speech).</a:t>
            </a:r>
          </a:p>
          <a:p>
            <a:r>
              <a:rPr lang="en-US"/>
              <a:t>• Global standardization for digital sign lexicons.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552974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08C1-40F1-4C6E-92A8-8D9FB2A8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38D5A-E380-4568-983E-805530FA9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Speech to sign language conversion technology has the potential to make communication inclusive, empowering millions with hearing impairments.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050814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3920-157B-4BB4-82C1-60541B30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B7F54-9C78-484E-AD1D-9CA77812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IEEE Transactions on Human-Machine Systems</a:t>
            </a:r>
          </a:p>
          <a:p>
            <a:r>
              <a:rPr lang="en-US"/>
              <a:t>2. Journal of Assistive Technologies</a:t>
            </a:r>
          </a:p>
          <a:p>
            <a:r>
              <a:rPr lang="en-US"/>
              <a:t>3. SignAll, KinTrans, and Google AI Research Papers</a:t>
            </a:r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12631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536</Words>
  <Application>Microsoft Office PowerPoint</Application>
  <PresentationFormat>Widescreen</PresentationFormat>
  <Paragraphs>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Tunga</vt:lpstr>
      <vt:lpstr>Office Theme</vt:lpstr>
      <vt:lpstr>Speech to Sign Language Conversion</vt:lpstr>
      <vt:lpstr>Introduction</vt:lpstr>
      <vt:lpstr>Need for Conversion Systems</vt:lpstr>
      <vt:lpstr>Sign Language Basics</vt:lpstr>
      <vt:lpstr>System Architecture</vt:lpstr>
      <vt:lpstr>Speech Recognition</vt:lpstr>
      <vt:lpstr>Natural Language Processing (NLP)</vt:lpstr>
      <vt:lpstr>Sign Language Generation</vt:lpstr>
      <vt:lpstr>Gesture Representation Models</vt:lpstr>
      <vt:lpstr>AI and Machine Learning Role</vt:lpstr>
      <vt:lpstr>Hardware Components</vt:lpstr>
      <vt:lpstr>Software Frameworks</vt:lpstr>
      <vt:lpstr>Challenges</vt:lpstr>
      <vt:lpstr>Recent Advances</vt:lpstr>
      <vt:lpstr>Applications</vt:lpstr>
      <vt:lpstr>Case Studies</vt:lpstr>
      <vt:lpstr>Ethical Considerations</vt:lpstr>
      <vt:lpstr>Future Scope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to Sign Language Conversion</dc:title>
  <dc:creator>Bhyregowda</dc:creator>
  <cp:lastModifiedBy>Bhyregowda</cp:lastModifiedBy>
  <cp:revision>2</cp:revision>
  <dcterms:created xsi:type="dcterms:W3CDTF">2025-10-27T14:49:12Z</dcterms:created>
  <dcterms:modified xsi:type="dcterms:W3CDTF">2025-10-27T14:49:51Z</dcterms:modified>
</cp:coreProperties>
</file>